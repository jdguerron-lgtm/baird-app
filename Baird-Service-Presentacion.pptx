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548640" cy="54864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806501"/>
            <a:ext cx="307238" cy="3072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554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BAIRD SERVICE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40080" y="2514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 reparación de electrodomésticos de línea blanca en Colombia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   ·   </a:t>
            </a:r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permisos   ·   </a:t>
            </a:r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y tarifas   ·   </a:t>
            </a:r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  ·   </a:t>
            </a:r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Indexación en Google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interno  ·  Julio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Baird Service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 clientes con técnicos verificados vía coordinación por WhatsApp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marketplace operada por Baird Service SAS. El cliente solicita el servicio en la web, los técnicos compatibles reciben la oferta por WhatsApp y el primero que acepta se la queda. Todo el ciclo (agendamiento, diagnóstico, cotización, evidencias, confirmación) vive en la plataforma.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sistema se divide en dos flujos según un solo booleano: es_garantia. Se fija al crear la solicitud y nunca cambia.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892040" y="1188720"/>
            <a:ext cx="3794760" cy="1691640"/>
          </a:xfrm>
          <a:prstGeom prst="roundRect">
            <a:avLst>
              <a:gd name="adj" fmla="val 3784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0" y="141732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5131" y="150181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23560" y="14173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 (es_garantia = true)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120640" y="19202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marca (MABE) paga a Baird una tarifa fija por código de complejidad. El cliente no paga nada. Tras el diagnóstico, el técnico repara de inmediato.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892040" y="3063240"/>
            <a:ext cx="379476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120640" y="3291840"/>
            <a:ext cx="384048" cy="38404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131" y="337633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32918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 (es_garantia = false)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120640" y="37947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paga a Baird tras aprobar la cotización del técnico. Multi-marca (MABE, GE, Haceb, Whirlpool…). Anticipo del 50% de la tarifa de diagnóstico.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desplegado en producción — ambos flujos operativos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de punta a punta — sin infraestructura propia que administrar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07592"/>
            <a:ext cx="365760" cy="36576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547" y="1388059"/>
            <a:ext cx="204826" cy="20482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3075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+ React 19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76479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TypeScript 5 estricto y Tailwind CSS v4 (clases inline). Validación con Zod v4.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55848" y="11430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8728" y="1307592"/>
            <a:ext cx="365760" cy="36576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195" y="1388059"/>
            <a:ext cx="204826" cy="2048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95928" y="13075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38728" y="176479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datos, Auth de admins, Storage de evidencias y RLS. Cliente singleton + migraciones SQL.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54496" y="11430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37376" y="1307592"/>
            <a:ext cx="365760" cy="36576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43" y="1388059"/>
            <a:ext cx="204826" cy="20482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94576" y="13075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Business API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437376" y="176479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Cloud API v22.0, número propio y token permanente. 25 plantillas transaccionales.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06324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" y="3227832"/>
            <a:ext cx="365760" cy="36576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" y="3308299"/>
            <a:ext cx="204826" cy="20482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97280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368503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serverless/edge + cron jobs (recordatorios, GPS follow-up). Dominio lineablanca.bairdservice.com.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355848" y="306324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538728" y="3227832"/>
            <a:ext cx="365760" cy="36576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195" y="3308299"/>
            <a:ext cx="204826" cy="20482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9592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Gemini 2.0 Flash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538728" y="368503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Triaje de fallas con IA (temporalmente desactivado). Segunda línea de voz IA (Dapta) en Fase 0, apagada.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254496" y="306324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37376" y="3227832"/>
            <a:ext cx="365760" cy="36576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7843" y="3308299"/>
            <a:ext cx="204826" cy="20482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94576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+ observabilidad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437376" y="368503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pings por fase de visita, geocoding Google Maps, mapa Leaflet y panel de errores de conexión.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tipos de usuario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con su propia superficie de la aplicación y mecanismo de acceso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75104" cy="3200400"/>
          </a:xfrm>
          <a:prstGeom prst="roundRect">
            <a:avLst>
              <a:gd name="adj" fmla="val 3241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3292" y="1463040"/>
            <a:ext cx="502920" cy="50292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3934" y="1573682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1031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21792" y="25146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 y gestiona su servicio. Sin login: cada acción usa un link con token UUID enviado por WhatsApp.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21792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Acceso: links tokenizados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606040" y="1188720"/>
            <a:ext cx="1975104" cy="3200400"/>
          </a:xfrm>
          <a:prstGeom prst="roundRect">
            <a:avLst>
              <a:gd name="adj" fmla="val 3241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42132" y="1463040"/>
            <a:ext cx="502920" cy="50292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774" y="1573682"/>
            <a:ext cx="281635" cy="28163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06040" y="21031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Técnico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2770632" y="25146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 independiente verificado. Acepta, diagnostica, cotiza y completa servicios desde su portal móvil.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770632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Acceso: portal con token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754880" y="1188720"/>
            <a:ext cx="1975104" cy="3200400"/>
          </a:xfrm>
          <a:prstGeom prst="roundRect">
            <a:avLst>
              <a:gd name="adj" fmla="val 3241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90972" y="1463040"/>
            <a:ext cx="502920" cy="50292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614" y="1573682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54880" y="21031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4919472" y="25146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la plataforma: solicitudes, técnicos, repuestos, precios, cargas masivas y estados atascados.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919472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Acceso: Supabase Auth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903720" y="1188720"/>
            <a:ext cx="1975104" cy="3200400"/>
          </a:xfrm>
          <a:prstGeom prst="roundRect">
            <a:avLst>
              <a:gd name="adj" fmla="val 3241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639812" y="146304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0454" y="1573682"/>
            <a:ext cx="281635" cy="28163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03720" y="21031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7068312" y="25146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solo notificación: recibe WhatsApp en cada cambio de estado, filtrado por ámbito, marca y estados.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7068312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Acceso: solo WhatsApp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marca (MABE) no usa la app: paga las garantías vía tarifario NET-30/60.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puede hacer el cliente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Autoservicio completo por links tokenizados — nunca necesita crear cuenta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273211"/>
            <a:ext cx="215067" cy="2150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143000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el servicio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987552" y="1417320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/solicitar: equipo, falla, dirección. Ve el precio fijo de catálogo si aplica (mantenimiento, filtro).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892040" y="118872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531" y="1273211"/>
            <a:ext cx="215067" cy="2150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143000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horario + T&amp;C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22392" y="1417320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/horario/{token} escoge 1 de 2 franjas y firma la aceptación de términos. Recién ahí se notifica a técnicos.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2432304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2516795"/>
            <a:ext cx="215067" cy="21506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7552" y="2386584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cotización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987552" y="2660904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(Particular) En /cotizacion/{token} ve diagnóstico, evidencias y total con IVA. Aprueba o rechaza con comentario.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892040" y="2432304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531" y="2516795"/>
            <a:ext cx="215067" cy="21506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386584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siguiente paso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22392" y="2660904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(Garantía) Aprueba el paso post-diagnóstico (ej. esperar repuesto) en /verificar-paso/{token}.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57200" y="3675888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1" y="3760379"/>
            <a:ext cx="215067" cy="21506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87552" y="3630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/ reagendar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987552" y="3904488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/servicio/{token}: cancela o reagenda solo, máx. 2 veces, con cutoff de 4 h antes de la visita.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892040" y="3675888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6531" y="3760379"/>
            <a:ext cx="215067" cy="21506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422392" y="3630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o disputar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422392" y="3904488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 confirma satisfacción en /confirmar/{token} → completada, o reporta problema → en_disputa.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También: reprogramar la visita cuando llega el repuesto (/reprogramar-repuesto/{token}) y solicitar eliminación de sus datos (Ley 1581).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puede hacer el técnico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 independiente — todo su flujo de trabajo ocurre en el celular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273211"/>
            <a:ext cx="215067" cy="2150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143000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987552" y="1417320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/registro: datos, foto, documento, especialidades y ciudad. Queda pendiente de verificación por el admin.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892040" y="1188720"/>
            <a:ext cx="384048" cy="384048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531" y="1273211"/>
            <a:ext cx="215067" cy="2150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143000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con 1 clic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22392" y="1417320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la oferta por WhatsApp con pago mínimo garantizado. /aceptar/{token} — update atómico: el primero gana.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2432304"/>
            <a:ext cx="384048" cy="384048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2516795"/>
            <a:ext cx="215067" cy="21506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7552" y="2386584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Diagnosticar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987552" y="2660904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Juramento digital obligatorio + GPS de llegada. Elige siguiente paso: reparar, esperar repuesto (SKU), no reparable o negativa.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892040" y="2432304"/>
            <a:ext cx="384048" cy="384048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531" y="2516795"/>
            <a:ext cx="215067" cy="21506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386584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 (particular)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22392" y="2660904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 su costo total; el sistema calcula el precio al cliente (× 1.19 IVA × 1.10 margen) y envía la cotización.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57200" y="3675888"/>
            <a:ext cx="384048" cy="384048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1" y="3760379"/>
            <a:ext cx="215067" cy="21506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87552" y="3630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con evidencia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987552" y="3904488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comprimidas, checklist, firma del cliente y GPS. Dispara la verificación de satisfacción del cliente.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892040" y="3675888"/>
            <a:ext cx="384048" cy="384048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6531" y="3760379"/>
            <a:ext cx="215067" cy="21506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422392" y="3630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no-show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422392" y="3904488"/>
            <a:ext cx="36301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cliente no está: foto del inmueble, intentos de contacto, espera 15 min con GPS → no_show_cliente.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/tecnico/{token}: lista de servicios asignados e historial. Cobra a través de Baird — nunca directo al cliente.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pueden hacer admin y supervisor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/admin con Supabase Auth + rol de supervisión por WhatsApp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291" y="1456091"/>
            <a:ext cx="215067" cy="215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3716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— opera la plataforma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187452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Solicitudes: lista, detalle, calendario por franja, edición, notas internas y reenvío del último WhatsApp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Técnicos: verificación, especialidades e historial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Repuestos: marcar llegada → dispara reprogramación del cliente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gate: fija tiempo de entrega (garantía + repuesto) y ajusta el valor al cliente (particular)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masiva Excel BITÁCORA (garantías) y export .xlsx de 7 hojas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hatch: forzar cualquier estado cuando el flujo se atasca (auditado)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Observabilidad: mapa de servicios, alertas GPS y panel de errores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35040" y="114300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63640" y="1371600"/>
            <a:ext cx="384048" cy="38404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131" y="1456091"/>
            <a:ext cx="215067" cy="215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76656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263640" y="1874520"/>
            <a:ext cx="2240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WhatsApp en cada cambio de estado de las solicitudes.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supervisor: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 (todos / garantía / particular)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(ej. solo MABE)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específicos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 /admin/supervisores. También recibe resumen semanal PDF.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funcionan los pagos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principios fijos — todo pago pasa por Baird Service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9748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rgbClr val="0B55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47218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nunca paga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técnico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62432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pagos pasan por Baird (cláusula en T&amp;C §3). Baird cobra y luego transfiere al técnico su neto.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55848" y="1143000"/>
            <a:ext cx="269748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84448" y="1371600"/>
            <a:ext cx="457200" cy="457200"/>
          </a:xfrm>
          <a:prstGeom prst="ellipse">
            <a:avLst/>
          </a:prstGeom>
          <a:solidFill>
            <a:srgbClr val="0E354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47218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84448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tarifarios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84448" y="262432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Garantía: tabla fija MABE Tipo D, paga la marca. Particular: se calcula sobre el costo que ingresa el técnico, paga el cliente.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54496" y="1143000"/>
            <a:ext cx="269748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3096" y="13716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47218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3096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No-show: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paga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483096" y="262432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cliente no está, ni MABE ni Baird ni el cliente cubren el costo. Protocolo de evidencia obligatorio protege al técnico.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85800" y="3931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actual: </a:t>
            </a:r>
            <a:pPr indent="0" marL="0">
              <a:buNone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y pago al técnico son manuales (sin pasarela split-payment integrada — candidatas: ePayco Pagos Divididos, Mercado Pago). Modelo reseller: Baird factura al cliente con IVA discriminado y paga al técnico el costo neto.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Tarifas — Garantía MABE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Baird es Taller Tipo D (código 24). La marca paga: base + bono + recargo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297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41248"/>
                <a:gridCol w="932688"/>
                <a:gridCol w="804672"/>
                <a:gridCol w="804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MABE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(78%)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 máx.*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Recargo finde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5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$32.760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880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técnico recibe además el 90% del bono y del recargo de fin de semana (Baird captura el 10%).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36499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Bono por resolver en 0–1 día con TA cumplido (diagnóstico &lt; 24 h) y encuesta contestada. Baja a $0 después de 3 días. Sin encuesta: ~50% del bono. El contador pausa mientras se espera repuesto.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983480" y="1188720"/>
            <a:ext cx="3703320" cy="1600200"/>
          </a:xfrm>
          <a:prstGeom prst="roundRect">
            <a:avLst>
              <a:gd name="adj" fmla="val 4000"/>
            </a:avLst>
          </a:prstGeom>
          <a:solidFill>
            <a:srgbClr val="0E3540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21208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Baird ↔ Técnico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212080" y="16459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Baird: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CA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de la base + 10% de bonos y recargos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Técnico: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CA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de la base + 90% de bonos y recargos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983480" y="2971800"/>
            <a:ext cx="176479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120640" y="31089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caso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120640" y="33832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$42.000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120640" y="3822192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MABE paga (Baja, sin bonos)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Técnico: $32.760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Baird: $9.240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922008" y="2971800"/>
            <a:ext cx="1764792" cy="1737360"/>
          </a:xfrm>
          <a:prstGeom prst="roundRect">
            <a:avLst>
              <a:gd name="adj" fmla="val 3684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59168" y="31089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caso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59168" y="338328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55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$139.000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059168" y="3822192"/>
            <a:ext cx="157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+ bono 0–1 día + finde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Técnico: $111.300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Baird: $27.000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aceptar, el técnico ve el pago mínimo garantizado: “desde $32.760”.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Tarifas — Particular (no garantía)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técnico define su costo; el sistema calcula el precio al cliente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0E3540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4300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cliente  =  Costo técnico  ×  1.13</a:t>
            </a:r>
            <a:pPr indent="0" marL="0">
              <a:buNone/>
            </a:pPr>
            <a:r>
              <a:rPr lang="en-US" sz="1300" dirty="0">
                <a:solidFill>
                  <a:srgbClr val="8FB3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(utilidad Baird)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1.19</a:t>
            </a:r>
            <a:pPr indent="0" marL="0">
              <a:buNone/>
            </a:pPr>
            <a:r>
              <a:rPr lang="en-US" sz="1300" dirty="0">
                <a:solidFill>
                  <a:srgbClr val="8FB3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(IVA)</a:t>
            </a:r>
            <a:pPr indent="0" marL="0">
              <a:buNone/>
            </a:pPr>
            <a:r>
              <a:rPr lang="en-US" sz="1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=   × 1.3447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6974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4140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/ Reparación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5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$84.000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0906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recibe: $35.000 fijo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38328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Anticipo 50% ($42.000) antes de la visita; se acredita si el cliente aprueba la reparación.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55848" y="2286000"/>
            <a:ext cx="26974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24140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38728" y="26883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5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$105.000 – $189.000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38728" y="30906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Técnico: $78.084 – $140.552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38728" y="338328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fijo de catálogo según tipo de equipo, visible al solicitar. Neto = catálogo ÷ 1.3447.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54496" y="2286000"/>
            <a:ext cx="2697480" cy="1783080"/>
          </a:xfrm>
          <a:prstGeom prst="roundRect">
            <a:avLst>
              <a:gd name="adj" fmla="val 3590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37376" y="24140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filtro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37376" y="26883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5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$180.000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37376" y="30906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recibe: $133.859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37376" y="3383280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incluido: filtro + mano de obra + IVA. El filtro sale del neto del técnico.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cotización libre el técnico recibe íntegro el costo que ingresó; en tarifa fija recibe catálogo ÷ 1.3447; la visita de diagnóstico paga $35.000 fijos. </a:t>
            </a:r>
            <a:pPr indent="0" marL="0">
              <a:buNone/>
            </a:pPr>
            <a:r>
              <a:rPr lang="en-US" sz="105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solo ve “Total: $X (incluye IVA)” — sin desglose. Internamente se separa base + IVA + margen para la factura electrónica DIAN.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detallado — Garantía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Agendamiento primero-el-cliente (v2). La marca paga; el cliente no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" y="109728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1344168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o carga masiva Excel → estado pendiente_horario. WhatsApp al cliente con link de horario.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12264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07568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agenda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2322576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1 de 2 franjas + firma T&amp;C → notificada. Recién ahí se notifica a los técnicos compatibles. Timeout 24h+12h → sin_agendar.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" y="3054096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acepta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3300984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1-click en WhatsApp, update atómico (primero gana) → asignada. Aviso a cliente y técnico.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" y="403250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4279392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Juramento + GPS. 4 salidas: reparar → en_proceso · esperar repuesto (SKU) · no reparable (fin) · negativa cliente (fin).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92040" y="1133856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133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67528" y="109728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 (si aplica)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67528" y="1344168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fija tiempo de entrega → cliente aprueba el paso → llega el repuesto → cliente reprograma la visita → en_proceso.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92040" y="2112264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67528" y="207568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67528" y="2322576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+ checklist + firma + GPS → en_verificacion. Cron GPS detecta si el técnico sigue en el sitio (alerta silenciosa).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92040" y="3090672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67528" y="3054096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confirma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67528" y="3300984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Satisfecho → completada · Problema → en_disputa (revisión de evidencias).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92040" y="4069080"/>
            <a:ext cx="347472" cy="347472"/>
          </a:xfrm>
          <a:prstGeom prst="ellipse">
            <a:avLst/>
          </a:prstGeom>
          <a:solidFill>
            <a:srgbClr val="0B5563"/>
          </a:solidFill>
          <a:ln/>
        </p:spPr>
      </p:sp>
      <p:sp>
        <p:nvSpPr>
          <p:cNvPr id="33" name="Text 31"/>
          <p:cNvSpPr/>
          <p:nvPr/>
        </p:nvSpPr>
        <p:spPr>
          <a:xfrm>
            <a:off x="4892040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67528" y="403250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Liquidación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67528" y="4279392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calcula tarifa MABE (base + bono TA/encuesta + recargo finde). Baird 22%/10% — técnico 78%/90%.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terminales: completada · sin_agendar · finalizado_sin_reparacion · cancelada_cliente · cancelada · no_show_cliente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detallado — Particular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esqueleto, con cotización y aprobación del cliente en el medio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33856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33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" y="109728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1344168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ve la tarifa: diagnóstico $84.000 con anticipo del 50%, o precio fijo de catálogo (mantenimiento, filtro).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12264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07568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agenda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2322576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selección de horario + T&amp;C que garantía → notificada → broadcast a técnicos.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" y="3054096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acepta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3300984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1-click → diagnostico_pendiente (distinto de garantía: aún no hay precio de reparación).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" y="403250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+ cotización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4279392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técnico ingresa su costo total; el sistema calcula × 1.3447 y envía la cotización al cliente automáticamente.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92040" y="1133856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133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67528" y="109728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decide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67528" y="1344168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/cotizacion/{token}: aprueba → en_proceso · rechaza → cotizacion_rechazada (terminal). Admin puede reajustar el valor.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92040" y="2112264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67528" y="207568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67528" y="2322576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requiere repuesto: esperando_repuesto → llegada → reprogramación, igual que garantía.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92040" y="3090672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67528" y="3054096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+ confirmar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67528" y="3300984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+ firma → en_verificacion → cliente confirma → completada o en_disputa.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92040" y="4069080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4892040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67528" y="4032504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Liquidación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67528" y="4279392"/>
            <a:ext cx="3685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pagó a Baird el total con IVA. Técnico recibe su costo neto íntegro; Baird retiene IVA + utilidad 13%.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clave vs. garantía: el cliente debe aprobar la cotización antes de reparar, y el anticipo no es reembolsable si cancela tarde (&lt; 4 h).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¿Está indexada en Google?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el 5 de julio de 2026 (site: + revisión del código)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1371600"/>
          </a:xfrm>
          <a:prstGeom prst="roundRect">
            <a:avLst>
              <a:gd name="adj" fmla="val 4667"/>
            </a:avLst>
          </a:prstGeom>
          <a:solidFill>
            <a:srgbClr val="FBEEEE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173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2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está indexada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371600" y="1810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site:lineablanca.bairdservice.com → 0 resultados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697480"/>
            <a:ext cx="39776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5800" y="3127248"/>
            <a:ext cx="3520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robots.txt ni sitemap.xml en la app (verificado en el código y en producción)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está pendiente en TODO.md (Open Graph, meta tags, sitemap)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registró en Google Search Console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todas las páginas son privadas por token — solo /solicitar, /registro y /terminos son públicas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17720" y="1143000"/>
            <a:ext cx="4069080" cy="1371600"/>
          </a:xfrm>
          <a:prstGeom prst="roundRect">
            <a:avLst>
              <a:gd name="adj" fmla="val 4667"/>
            </a:avLst>
          </a:prstGeom>
          <a:solidFill>
            <a:srgbClr val="EAF4F5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4173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2801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indexadas: bairdservice.com (sitio corporativo) y tienda.bairdservice.com (repuestos, Shopify)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17720" y="2697480"/>
            <a:ext cx="406908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DDE7E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484632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 si se quiere tráfico orgánico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846320" y="3127248"/>
            <a:ext cx="3611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E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robots.ts y sitemap.ts (nativos de Next 16) — indexar solo páginas públicas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E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noindex las rutas tokenizadas (privacidad del cliente)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E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el subdominio en Search Console y enviar el sitemap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E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Canonical: el alias baird-app.vercel.app sigue vivo — riesgo de contenido duplicado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Baird Service SAS  ·  lineablanca.bairdservice.com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Baird Service — Plataforma</dc:title>
  <dc:subject>PptxGenJS Presentation</dc:subject>
  <dc:creator>Baird Service</dc:creator>
  <cp:lastModifiedBy>Baird Service</cp:lastModifiedBy>
  <cp:revision>1</cp:revision>
  <dcterms:created xsi:type="dcterms:W3CDTF">2026-07-06T05:01:24Z</dcterms:created>
  <dcterms:modified xsi:type="dcterms:W3CDTF">2026-07-06T05:01:24Z</dcterms:modified>
</cp:coreProperties>
</file>