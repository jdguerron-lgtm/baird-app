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E4C8F"/>
          </a:solidFill>
          <a:ln w="12700">
            <a:solidFill>
              <a:srgbClr val="1E4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DE8"/>
          </a:solidFill>
          <a:ln w="12700">
            <a:solidFill>
              <a:srgbClr val="4A9DE8"/>
            </a:solidFill>
            <a:prstDash val="solid"/>
          </a:ln>
        </p:spPr>
      </p:sp>
      <p:pic>
        <p:nvPicPr>
          <p:cNvPr id="5" name="Image 0" descr="/sessions/optimistic-compassionate-planck/mnt/outputs/baird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A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ALIANZAS COMERCIALES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65176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Crezcamos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Juntos.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Únase a la red de aliados comerciales de Baird Service S.A.S.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pic>
        <p:nvPicPr>
          <p:cNvPr id="3" name="Image 0" descr="/sessions/optimistic-compassionate-planck/mnt/outputs/baird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713232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02920"/>
            <a:ext cx="201168" cy="36576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374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31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30 años liderando el hogar colombiano.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 Service S.A.S.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empresa colombiana certificada con más de tres décadas entregando electrodomésticos de línea blanca y soluciones integrales para el hogar. Somos referente nacional por experiencia, respaldo y confianza.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303520" y="1691640"/>
            <a:ext cx="3200400" cy="2560320"/>
          </a:xfrm>
          <a:prstGeom prst="rect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0" y="1691640"/>
            <a:ext cx="128016" cy="2560320"/>
          </a:xfrm>
          <a:prstGeom prst="rect">
            <a:avLst/>
          </a:prstGeom>
          <a:solidFill>
            <a:srgbClr val="C59B3D"/>
          </a:solidFill>
          <a:ln w="12700">
            <a:solidFill>
              <a:srgbClr val="C59B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7840" y="187452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</a:t>
            </a:r>
            <a:endParaRPr lang="en-US" sz="10000" dirty="0"/>
          </a:p>
        </p:txBody>
      </p:sp>
      <p:sp>
        <p:nvSpPr>
          <p:cNvPr id="11" name="Text 8"/>
          <p:cNvSpPr/>
          <p:nvPr/>
        </p:nvSpPr>
        <p:spPr>
          <a:xfrm>
            <a:off x="5577840" y="32461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TRAYECTORIA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77840" y="3611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mercado colombiano de electrodomésticos.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371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794760"/>
            <a:ext cx="73152" cy="77724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867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3232" y="4160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legalmente constituida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084832" y="3794760"/>
            <a:ext cx="1371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84832" y="3794760"/>
            <a:ext cx="73152" cy="77724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49424" y="3867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249424" y="4160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en todo el país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21024" y="3794760"/>
            <a:ext cx="1371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21024" y="3794760"/>
            <a:ext cx="73152" cy="77724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85616" y="3867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785616" y="4160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 atendidos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 Service S.A.S.  |  Programa de Alianzas Comerciales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48874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pic>
        <p:nvPicPr>
          <p:cNvPr id="3" name="Image 0" descr="/sessions/optimistic-compassionate-planck/mnt/outputs/baird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713232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02920"/>
            <a:ext cx="201168" cy="36576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374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ALIADAS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31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 mayorista autorizado.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Representamos de forma oficial dos de las marcas más reconocidas del mundo en electrodomésticos de línea blanca.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3886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240280"/>
            <a:ext cx="3886200" cy="109728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688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WHIRLPOOL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22960" y="2907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global para el hogar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273552"/>
            <a:ext cx="731520" cy="0"/>
          </a:xfrm>
          <a:prstGeom prst="line">
            <a:avLst/>
          </a:prstGeom>
          <a:noFill/>
          <a:ln w="25400">
            <a:solidFill>
              <a:srgbClr val="4A9D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3832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mundial con un portafolio completo de refrigeración, lavado, secado y cocción. Reconocida por su ingeniería y durabilidad.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2240280"/>
            <a:ext cx="3886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2240280"/>
            <a:ext cx="3886200" cy="109728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4688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MABE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983480" y="2907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latinoamericano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983480" y="3273552"/>
            <a:ext cx="731520" cy="0"/>
          </a:xfrm>
          <a:prstGeom prst="line">
            <a:avLst/>
          </a:prstGeom>
          <a:noFill/>
          <a:ln w="25400">
            <a:solidFill>
              <a:srgbClr val="4A9D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83480" y="33832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líder en Latinoamérica con amplio catálogo en refrigeración, lavado, cocción y climatización. Diseño pensado para la familia.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4434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4663440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E7B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6634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Neveras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435608" y="4663440"/>
            <a:ext cx="94183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E7B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35608" y="466344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Lavadoras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487168" y="4663440"/>
            <a:ext cx="94183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E7B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87168" y="466344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Secadoras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538728" y="4663440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E7B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38728" y="46634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425696" y="4663440"/>
            <a:ext cx="69494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E7BC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25696" y="466344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Hornos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230368" y="4663440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E7B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30368" y="466344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Microondas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364224" y="4663440"/>
            <a:ext cx="184708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E7BC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64224" y="466344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Aires acondicionados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 Service S.A.S.  |  Programa de Alianzas Comerciales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229600" y="48874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pic>
        <p:nvPicPr>
          <p:cNvPr id="3" name="Image 0" descr="/sessions/optimistic-compassionate-planck/mnt/outputs/baird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713232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02920"/>
            <a:ext cx="201168" cy="36576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374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31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aliarse con Baird?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colombiano de electrodomésticos de línea blanca crece año tras año. Ser aliado Baird abre la puerta a marcas de alta demanda con respaldo oficial y una operación consolidada.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24871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premium con demanda constante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2743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Whirlpool y Mabe son reconocidas y preferidas por el consumidor colombiano.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88720" y="30358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competitivos y escalables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3291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mayoristas con mejores condiciones por volumen.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88720" y="35844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oficial de fabricante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88720" y="3840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certificada y repuestos originales respaldados por marca.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88720" y="41330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y distribución nacional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88720" y="4389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oportuna a cualquier región del país.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 Service S.A.S.  |  Programa de Alianzas Comerciales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29600" y="48874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pic>
        <p:nvPicPr>
          <p:cNvPr id="3" name="Image 0" descr="/sessions/optimistic-compassionate-planck/mnt/outputs/baird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713232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02920"/>
            <a:ext cx="201168" cy="36576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374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ALIADOS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31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recibe como aliado Baird.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377440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691640"/>
            <a:ext cx="73152" cy="130302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2148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mayoristas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04672" y="25328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preferenciales y escalables por volumen.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91640"/>
            <a:ext cx="2377440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91640"/>
            <a:ext cx="73152" cy="130302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47872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47872" y="2148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continua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47872" y="25328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en producto y técnicas de venta.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691640"/>
            <a:ext cx="2377440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691640"/>
            <a:ext cx="73152" cy="130302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1072" y="1874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91072" y="2148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de marketing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91072" y="25328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comercial y apoyo en campañas.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268980"/>
            <a:ext cx="2377440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" y="3268980"/>
            <a:ext cx="73152" cy="130302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4672" y="34518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04672" y="37261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04672" y="41102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pre y post venta.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291840" y="3268980"/>
            <a:ext cx="2377440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91840" y="3268980"/>
            <a:ext cx="73152" cy="130302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547872" y="34518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547872" y="37261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oportunas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547872" y="41102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logística confiable y nacional.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035040" y="3268980"/>
            <a:ext cx="2377440" cy="13030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035040" y="3268980"/>
            <a:ext cx="73152" cy="130302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91072" y="34518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91072" y="37261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incentivos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291072" y="41102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y beneficios por cumplimiento de metas.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 Service S.A.S.  |  Programa de Alianzas Comerciales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229600" y="48874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pic>
        <p:nvPicPr>
          <p:cNvPr id="3" name="Image 0" descr="/sessions/optimistic-compassionate-planck/mnt/outputs/baird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713232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02920"/>
            <a:ext cx="201168" cy="36576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374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SUS CLIENTES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31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usted puede ofrecer.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aliado Baird, entrega una experiencia de categoría superior respaldada por marcas líderes.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359152"/>
            <a:ext cx="329184" cy="329184"/>
          </a:xfrm>
          <a:prstGeom prst="ellipse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23042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amplio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05840" y="257860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completa de refrigeración, lavado, cocción y climatización.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2359152"/>
            <a:ext cx="329184" cy="329184"/>
          </a:xfrm>
          <a:prstGeom prst="ellipse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66360" y="23042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oficial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166360" y="257860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directo del fabricante Whirlpool y Mabe.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05840" y="3017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Repuestos originales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005840" y="329184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certificadas con disponibilidad nacional.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3072384"/>
            <a:ext cx="329184" cy="329184"/>
          </a:xfrm>
          <a:prstGeom prst="ellipse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916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017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técnico autorizado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166360" y="329184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atención certificada y entrenada.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3785616"/>
            <a:ext cx="329184" cy="329184"/>
          </a:xfrm>
          <a:prstGeom prst="ellipse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05840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Financiación disponible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005840" y="400507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comerciales adaptables a su cliente.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709160" y="3785616"/>
            <a:ext cx="329184" cy="329184"/>
          </a:xfrm>
          <a:prstGeom prst="ellipse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0916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domiciliaria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5166360" y="400507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confiable y trazable en todo el país.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 Service S.A.S.  |  Programa de Alianzas Comerciales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229600" y="48874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pic>
        <p:nvPicPr>
          <p:cNvPr id="3" name="Image 0" descr="/sessions/optimistic-compassionate-planck/mnt/outputs/baird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713232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02920"/>
            <a:ext cx="201168" cy="36576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374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NOS ALIAMOS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31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alianza en 4 pasos.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claro y acompañado, desde el primer contacto hasta la activación comercial.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90195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468880"/>
            <a:ext cx="1901952" cy="502920"/>
          </a:xfrm>
          <a:prstGeom prst="rect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4688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1089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inicial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358444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exploratoria para entender su negocio y mercado.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459736" y="3063240"/>
            <a:ext cx="109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2560320" y="2468880"/>
            <a:ext cx="190195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60320" y="2468880"/>
            <a:ext cx="1901952" cy="502920"/>
          </a:xfrm>
          <a:prstGeom prst="rect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97480" y="24688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0" y="31089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alineación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743200" y="358444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objetivos, volúmenes, categorías y términos.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471416" y="3063240"/>
            <a:ext cx="109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7"/>
          <p:cNvSpPr/>
          <p:nvPr/>
        </p:nvSpPr>
        <p:spPr>
          <a:xfrm>
            <a:off x="4572000" y="2468880"/>
            <a:ext cx="190195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2468880"/>
            <a:ext cx="1901952" cy="502920"/>
          </a:xfrm>
          <a:prstGeom prst="rect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09160" y="24688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54880" y="31089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0" y="358444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Capacitación, catálogo y activación de cuenta de aliado.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83096" y="3063240"/>
            <a:ext cx="109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6583680" y="2468880"/>
            <a:ext cx="190195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583680" y="2468880"/>
            <a:ext cx="1901952" cy="502920"/>
          </a:xfrm>
          <a:prstGeom prst="rect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20840" y="24688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66560" y="31089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comercial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766560" y="358444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orden, arranque de operación y acompañamiento.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4864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estimado de activación: 2 a 4 semanas según alcance y categorías.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02A54"/>
          </a:solidFill>
          <a:ln w="12700">
            <a:solidFill>
              <a:srgbClr val="102A5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 Service S.A.S.  |  Programa de Alianzas Comerciales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229600" y="48874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DE8"/>
          </a:solidFill>
          <a:ln w="12700">
            <a:solidFill>
              <a:srgbClr val="4A9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73152"/>
            <a:ext cx="3657600" cy="5070348"/>
          </a:xfrm>
          <a:prstGeom prst="rect">
            <a:avLst/>
          </a:prstGeom>
          <a:solidFill>
            <a:srgbClr val="1E4C8F"/>
          </a:solidFill>
          <a:ln w="12700">
            <a:solidFill>
              <a:srgbClr val="1E4C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73152"/>
            <a:ext cx="1828800" cy="5070348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1143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sessions/optimistic-compassionate-planck/mnt/outputs/baird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96012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4A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Hagamos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equipo.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Construyamos juntos el próximo capítulo del hogar colombiano.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76072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CONTÁCTENOS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1920240"/>
            <a:ext cx="640080" cy="0"/>
          </a:xfrm>
          <a:prstGeom prst="line">
            <a:avLst/>
          </a:prstGeom>
          <a:noFill/>
          <a:ln w="25400">
            <a:solidFill>
              <a:srgbClr val="4A9D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21031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60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[email@bairdservice.com]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60720" y="2606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60720" y="28254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[+57 (000) 000 0000]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60720" y="31089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60720" y="33284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[bairdservice.com]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60720" y="36118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60720" y="38313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[Ciudad, Colombia]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 Service S.A.S. — Más de 30 años conectando familias colombianas con marcas de confianza.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Baird Service S.A.S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Alianzas Comerciales</dc:title>
  <dc:subject>Presentación para aliados potenciales</dc:subject>
  <dc:creator>Baird Service S.A.S</dc:creator>
  <cp:lastModifiedBy>Baird Service S.A.S</cp:lastModifiedBy>
  <cp:revision>1</cp:revision>
  <dcterms:created xsi:type="dcterms:W3CDTF">2026-04-17T02:54:35Z</dcterms:created>
  <dcterms:modified xsi:type="dcterms:W3CDTF">2026-04-17T02:54:35Z</dcterms:modified>
</cp:coreProperties>
</file>